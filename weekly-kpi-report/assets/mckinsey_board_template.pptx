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18288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333333"/>
                </a:solidFill>
                <a:latin typeface="Microsoft YaHei"/>
              </a:defRPr>
            </a:pPr>
            <a:r>
              <a:t>华安保险四川分支车险业务周报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66666"/>
                </a:solidFill>
                <a:latin typeface="Microsoft YaHei"/>
              </a:defRPr>
            </a:pPr>
            <a:r>
              <a:t>第 X 周经营分析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华安保险四川分公司车险部 | 2025年12月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Microsoft YaHei"/>
              </a:defRPr>
            </a:pPr>
            <a:r>
              <a:t>示例：业务规模扩张5.9%，但综合成本率恶化1.6pp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内容区域</a:t>
            </a:r>
            <a:br/>
            <a:r>
              <a:t>• 要点1：简洁陈述</a:t>
            </a:r>
            <a:br/>
            <a:r>
              <a:t>• 要点2：数据支撑</a:t>
            </a:r>
            <a:br/>
            <a:r>
              <a:t>• 要点3：结论建议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8640"/>
            <a:ext cx="12191695" cy="13716"/>
          </a:xfrm>
          <a:prstGeom prst="rect">
            <a:avLst/>
          </a:prstGeom>
          <a:solidFill>
            <a:srgbClr val="A02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333333"/>
                </a:solidFill>
                <a:latin typeface="Microsoft YaHei"/>
              </a:defRPr>
            </a:pPr>
            <a:r>
              <a:t>示例：新能源车赔付率108.5%，高出传统车41.4pp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核心发现</a:t>
            </a:r>
            <a:br/>
            <a:r>
              <a:t>• NEV保费占比3.86%</a:t>
            </a:r>
            <a:br/>
            <a:r>
              <a:t>• NEV赔付率108.51%</a:t>
            </a:r>
            <a:br/>
            <a:r>
              <a:t>• 传统车赔付率67.12%</a:t>
            </a:r>
            <a:br/>
            <a:r>
              <a:t>• 差距41.4个百分点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1645920"/>
            <a:ext cx="5486400" cy="3657600"/>
          </a:xfrm>
          <a:prstGeom prst="rect">
            <a:avLst/>
          </a:prstGeom>
          <a:solidFill>
            <a:srgbClr val="E5E5E5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3200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  <a:latin typeface="Microsoft YaHei"/>
              </a:defRPr>
            </a:pPr>
            <a:r>
              <a:t>图表区域</a:t>
            </a:r>
            <a:br/>
            <a:r>
              <a:t>（柱状图/折线图）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