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微软雅黑"/>
              </a:defRPr>
            </a:pPr>
            <a:r>
              <a:t>四川分公司(2024单)车险第49周经营分析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  <a:latin typeface="微软雅黑"/>
              </a:defRPr>
            </a:pPr>
            <a:r>
              <a:t>2025年12月09日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本周成本控制良好(74.7%)，德阳,泸州机构成本需关注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签单保费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119396万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变动成本率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74.7%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满期赔付率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61.6%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费用率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13.2%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分机构经营状况：德阳,泸州,自贡机构变动成本率偏高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保费进度分析 - 分机构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保费进度分析 - 分客户类别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德阳,泸州,自贡机构变动成本率偏高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变动成本分析 - 分客户类别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宜宾,德阳,泸州机构满期赔付率偏高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损失暴露分析 - 分客户类别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损失暴露二级指标 - 出险率与案均赔款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损失暴露二级指标 - 分客户类别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乐山机构费用率偏高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费用支出分析 - 分客户类别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