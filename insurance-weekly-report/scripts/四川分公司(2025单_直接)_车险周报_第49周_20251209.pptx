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latin typeface="微软雅黑"/>
              </a:defRPr>
            </a:pPr>
            <a:r>
              <a:t>四川分公司(2025单_直接)车险第49周经营分析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08080"/>
                </a:solidFill>
                <a:latin typeface="微软雅黑"/>
              </a:defRPr>
            </a:pPr>
            <a:r>
              <a:t>2025年12月09日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本周成本偏高(159.0%)，新都机构成本需关注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微软雅黑"/>
              </a:defRPr>
            </a:pPr>
            <a:r>
              <a:t>签单保费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A02724"/>
                </a:solidFill>
                <a:latin typeface="Arial"/>
              </a:defRPr>
            </a:pPr>
            <a:r>
              <a:t>119072万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微软雅黑"/>
              </a:defRPr>
            </a:pPr>
            <a:r>
              <a:t>变动成本率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A02724"/>
                </a:solidFill>
                <a:latin typeface="Arial"/>
              </a:defRPr>
            </a:pPr>
            <a:r>
              <a:t>159.0%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微软雅黑"/>
              </a:defRPr>
            </a:pPr>
            <a:r>
              <a:t>满期赔付率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A02724"/>
                </a:solidFill>
                <a:latin typeface="Arial"/>
              </a:defRPr>
            </a:pPr>
            <a:r>
              <a:t>146.2%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微软雅黑"/>
              </a:defRPr>
            </a:pPr>
            <a:r>
              <a:t>费用率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A02724"/>
                </a:solidFill>
                <a:latin typeface="Arial"/>
              </a:defRPr>
            </a:pPr>
            <a:r>
              <a:t>12.8%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分机构经营状况：新都机构变动成本率偏高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保费进度分析 - 分机构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保费进度分析 - 分客户类别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新都机构变动成本率偏高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变动成本分析 - 分客户类别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新都机构满期赔付率偏高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损失暴露分析 - 分客户类别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损失暴露二级指标 - 出险率与案均赔款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损失暴露二级指标 - 分客户类别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各机构费用控制良好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微软雅黑"/>
              </a:defRPr>
            </a:pPr>
            <a:r>
              <a:t>费用支出分析 - 分客户类别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